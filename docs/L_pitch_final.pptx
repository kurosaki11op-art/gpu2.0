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879f03a-3314-25ae-0891-eac9eb034cca}">
          <p14:sldIdLst>
            <p14:sldId id="256"/>
          </p14:sldIdLst>
        </p14:section>
        <p14:section name="Why" id="{fb4f5a38-86a9-e777-e8bb-e2b0335d8641}">
          <p14:sldIdLst>
            <p14:sldId id="257"/>
            <p14:sldId id="258"/>
          </p14:sldIdLst>
        </p14:section>
        <p14:section name="Results" id="{2f604453-b0c7-143e-4ad3-654ee762a6e9}">
          <p14:sldIdLst>
            <p14:sldId id="259"/>
            <p14:sldId id="260"/>
            <p14:sldId id="261"/>
            <p14:sldId id="262"/>
            <p14:sldId id="263"/>
            <p14:sldId id="264"/>
            <p14:sldId id="265"/>
          </p14:sldIdLst>
        </p14:section>
        <p14:section name="Build" id="{32b8a9fd-da65-5471-8aa2-790d7ba82f88}">
          <p14:sldIdLst>
            <p14:sldId id="266"/>
            <p14:sldId id="267"/>
            <p14:sldId id="268"/>
            <p14:sldId id="269"/>
            <p14:sldId id="270"/>
          </p14:sldIdLst>
        </p14:section>
        <p14:section name="Honest" id="{60a9effc-22ac-274e-435e-149bf514c88a}">
          <p14:sldIdLst>
            <p14:sldId id="271"/>
            <p14:sldId id="272"/>
            <p14:sldId id="273"/>
            <p14:sldId id="274"/>
          </p14:sldIdLst>
        </p14:section>
        <p14:section name="Next" id="{67627ce4-7151-00ee-31e3-32b57d3092b0}">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2,900 clock cycles for the FPGA build, which is about 56 microseconds at 27 megahertz, and about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2026-10-22T13:06:09Z</dcterms:created>
  <dcterms:modified xsi:type="dcterms:W3CDTF">2026-10-22T13:06:09Z</dcterms:modified>
</cp:coreProperties>
</file>