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3ddb355b-7b0d-4fc9-3ad9-0bfb78bbf7d8}">
          <p14:sldIdLst>
            <p14:sldId id="256"/>
          </p14:sldIdLst>
        </p14:section>
        <p14:section name="Why" id="{c038bb19-a4d8-98ee-40a5-73601169aa89}">
          <p14:sldIdLst>
            <p14:sldId id="257"/>
            <p14:sldId id="258"/>
          </p14:sldIdLst>
        </p14:section>
        <p14:section name="Results" id="{49d802fe-e83f-fb36-6c27-5d29b7811e65}">
          <p14:sldIdLst>
            <p14:sldId id="259"/>
            <p14:sldId id="260"/>
            <p14:sldId id="261"/>
            <p14:sldId id="262"/>
            <p14:sldId id="263"/>
            <p14:sldId id="264"/>
            <p14:sldId id="265"/>
          </p14:sldIdLst>
        </p14:section>
        <p14:section name="Build" id="{b8a709d3-d518-e8d1-37a1-72d1697b75e5}">
          <p14:sldIdLst>
            <p14:sldId id="266"/>
            <p14:sldId id="267"/>
            <p14:sldId id="268"/>
          </p14:sldIdLst>
        </p14:section>
        <p14:section name="Honest" id="{5a90f30c-fff8-6312-287d-a1d7b2212a12}">
          <p14:sldIdLst>
            <p14:sldId id="269"/>
            <p14:sldId id="270"/>
            <p14:sldId id="271"/>
            <p14:sldId id="272"/>
          </p14:sldIdLst>
        </p14:section>
        <p14:section name="Next" id="{3adf2540-e621-876e-bdf8-094c309d1d5e}">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38 / 38</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0 mismatches against the integer model: core, tail memory, IMPRINT, slow table, encoders, cochlea, sound chain, two-sense chip, cue weighting, second look, threshold and novelty units, clustering,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2026-10-22T11:04:04Z</dcterms:created>
  <dcterms:modified xsi:type="dcterms:W3CDTF">2026-10-22T11:04:04Z</dcterms:modified>
</cp:coreProperties>
</file>