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a676acc-b35b-faf8-1b7d-a885425d6948}">
          <p14:sldIdLst>
            <p14:sldId id="256"/>
          </p14:sldIdLst>
        </p14:section>
        <p14:section name="Why" id="{ea74126f-3ec2-4f99-3402-250edaa56bc3}">
          <p14:sldIdLst>
            <p14:sldId id="257"/>
            <p14:sldId id="258"/>
            <p14:sldId id="259"/>
          </p14:sldIdLst>
        </p14:section>
        <p14:section name="Results" id="{9d6327f4-9299-18e2-7eac-b377e1bcf7c8}">
          <p14:sldIdLst>
            <p14:sldId id="260"/>
            <p14:sldId id="261"/>
            <p14:sldId id="262"/>
            <p14:sldId id="263"/>
            <p14:sldId id="264"/>
            <p14:sldId id="265"/>
            <p14:sldId id="266"/>
            <p14:sldId id="267"/>
          </p14:sldIdLst>
        </p14:section>
        <p14:section name="Build" id="{2560b015-fe6f-5b99-43ab-f457a4dc038b}">
          <p14:sldIdLst>
            <p14:sldId id="268"/>
            <p14:sldId id="269"/>
            <p14:sldId id="270"/>
            <p14:sldId id="271"/>
            <p14:sldId id="272"/>
            <p14:sldId id="273"/>
          </p14:sldIdLst>
        </p14:section>
        <p14:section name="Honest" id="{abd1fe7c-bc86-9065-9b83-c6b1d842d005}">
          <p14:sldIdLst>
            <p14:sldId id="274"/>
            <p14:sldId id="275"/>
            <p14:sldId id="276"/>
            <p14:sldId id="277"/>
            <p14:sldId id="278"/>
          </p14:sldIdLst>
        </p14:section>
        <p14:section name="Next" id="{d8ed68bc-735d-3729-b5d5-750a159f524d}">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a judge will ask: what is wrong with the transformer and the GPU? Nothing, for what they were built for. They are excellent at training and at big batches in a data centre. But three things hurt on a device. First, the model is frozen after training; teaching it something new means retraining in a data centre, and a network trained on new things forgets old ones. Second, generating each word reads every weight and keeps a memory that grows with the text, so at one input at a time the chip waits for memory. Third, I measured it: on my laptop GPU one decision costs 69 millijoules when it is alone and 1.95 when batched with a thousand others, 35 times worse. A phone or a sensor decides one at a time. Heat, cooling water and electronic waste follow from the power; they are our motivation, and we have not measured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design. Sensors feed a retina and a cochlea, which turn pictures and sound into on and off bits. The sensory cortex picks the best matching detectors and makes a sparse code of 4,608 bits. The fast table keeps a small counter for every class and bit; adding up the counters for the bits that are on gives the answer, with no multiplier. The dream memory keeps per-class counts so the chip can dream old classes at night and not forget them. A sequencer runs day and night. Everything here is design and simulation; nothing has run on a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decision on a real laptop GPU, an RTX 3050, and on our chip design in simulation. The GPU numbers are measured. At batch one it takes about 1.8 milliseconds and 69 millijoules per decision; at batch 1024 it reaches 22 thousand decisions a second. The chip design needs about 1,500 clock cycles per decision in the FPGA build, which is about 56 microseconds at 27 megahertz, and about 320 cycles, 12 microseconds, for the pipelined option. Those times and the 9.4 nanojoule energy are estimates from simulation, not board measurements. A trained network is still more accurate when everything is learned at once; our case is learning in stages without forgetting.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 you agree with us? Because for one specific job we are better, and I can show it. The job is learning on the device, with a small memory, one input at a time. For that job: in staged learning on 59 thousand images the chip ends at 95.5 percent and a real CNN, which I ran on my own GPU, ends at 19.6. The chip needs 84 kilobytes and no multiplier, and by operation count uses about 74 times less energy per decision, which is an estimate I will measure on the board. The design is checked bit for bit. And when everything is learned at once the CNN is still ahead, 99.1 to 97.9, and I say that. We do not replace the GPU: keep it for training and for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ends at zero violations by the router's own count.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real AI models run on L? Three routes, and I want to be exact about the status. One: alter an existing model. Ternary models, with weights of minus one, zero and plus one, replace multiplications with additions; published work runs language models of billions of parameters this way. That still has a matrix of additions, so it breaks our no-matrix rule, but it shows the multiplier is not needed. Two: design our own model. A counting language model hashes the recent words into a sparse code and a table of counters predicts the next word one bit at a time. The counting classifier works in simulation; the language model is the next experiment. Three: grow the memory. Big tables go in outside DRAM, and because only a few rows are touched per word the bandwidth stays small. First we test, in simulation, whether quality grows with table size. So we claim the route and the tests that can prove it wrong, not a billion-parameter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today's model and GPU get wrong</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The model is frozen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transformer is trained once in a data centre, then fixed. New data means retraining, and a network trained on new things forgets old ones. A device cannot learn on its own.</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forgetting measured on my GPU run</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Every token reads everything</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Making each word reads every weight, and attention keeps a memory that grows with the text. When one input arrives at a time, the chip waits for memory, not for maths.</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our own profile of a language model</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A GPU needs a crowd</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 my RTX 3050 one decision costs 69 mJ alone (batch 1) and 1.95 mJ in a batch of 1,024: 35 times worse when alone. A phone or a sensor decides one at a time.</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MEASURED, RTX 3050 6GB laptop GPU</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Heat, cooling water and hardware turnover follow from that power: this is our motivation, not something we have measured. Public figures are recalled from memory and need checking before quoting.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use L instead, for this job</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It keeps learning</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Learning digits in five stages: chip 95.5%, a CNN 19.6% (59,063 images). The chip adds new things without erasing the old, using dreams drawn from its own counters.</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Chip SIMULATED; CNN MEASURED on my GPU</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Small and cheap</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84 KB of memory, no multiplier, fits a 25-dollar board. About 74 times less energy per decision than an 8-bit network, counting the operations needed.</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board run will measure it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Checked, and honest</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RTL matches the model bit for bit in 41 of 41 checks; the real-cell netlist matches too. Close to a CNN when all is learned at once: 97.9 against 99.1.</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a:t>
            </a:r>
            <a:endParaRPr lang="en-US" sz="1000" dirty="0"/>
          </a:p>
        </p:txBody>
      </p:sp>
      <p:sp>
        <p:nvSpPr>
          <p:cNvPr id="15" name="card"/>
          <p:cNvSpPr/>
          <p:nvPr/>
        </p:nvSpPr>
        <p:spPr>
          <a:xfrm>
            <a:off x="457200" y="4069080"/>
            <a:ext cx="8229600" cy="566928"/>
          </a:xfrm>
          <a:prstGeom prst="roundRect">
            <a:avLst>
              <a:gd name="adj" fmla="val 16129"/>
            </a:avLst>
          </a:prstGeom>
          <a:solidFill>
            <a:srgbClr val="E6F4EC"/>
          </a:solidFill>
          <a:ln w="12700">
            <a:solidFill>
              <a:srgbClr val="E6F4EC"/>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Use L when the job is: learn on the device, small memory, one input at a time. Keep the GPU for training and big models. We do not replace it today.</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violations left in detailed routing of the SKY130 layout (router count; 145,000 on the first pass), re-run from scratch. A layout in the open flow, not a signed-off or fabricated chip.</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real AI models can run on L</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Alter an existing model</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Ternary weights (-1, 0, +1) turn multiplies into adds; published work runs language models of billions of parameters this way. Table and event-driven forms drop the multiplier too. Cost: some accuracy.</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Published research, verify; ternary is still a matrix of adds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Design our own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counting language model: hash the recent words into a sparse code, a table of counters predicts the next word one bit at a time. No multiplier, no matrix, and it learns on the device.</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Counting classifier SIMULATED; language model is the next test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Grow the memory</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Big tables live in outside DRAM. Sparse lookups touch only a few rows per word, so bandwidth stays small. First test: quality against table size in simulation, then a board with DRAM.</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a hypothesis with tests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Status: we claim the route and the tests that can prove it wrong, not a billion-parameter result. The chip today is the small version of this idea.</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2026-10-23T03:43:21Z</dcterms:created>
  <dcterms:modified xsi:type="dcterms:W3CDTF">2026-10-23T03:43:21Z</dcterms:modified>
</cp:coreProperties>
</file>