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d695963-3943-fb94-9722-da268ebf01f3}">
          <p14:sldIdLst>
            <p14:sldId id="256"/>
          </p14:sldIdLst>
        </p14:section>
        <p14:section name="Why" id="{f5bed91c-2e44-86df-7812-c98fb3ee0725}">
          <p14:sldIdLst>
            <p14:sldId id="257"/>
            <p14:sldId id="258"/>
            <p14:sldId id="259"/>
          </p14:sldIdLst>
        </p14:section>
        <p14:section name="Results" id="{85cbdf32-c2cd-2172-648e-fd760f87efb8}">
          <p14:sldIdLst>
            <p14:sldId id="260"/>
            <p14:sldId id="261"/>
            <p14:sldId id="262"/>
            <p14:sldId id="263"/>
            <p14:sldId id="264"/>
            <p14:sldId id="265"/>
            <p14:sldId id="266"/>
            <p14:sldId id="267"/>
            <p14:sldId id="268"/>
          </p14:sldIdLst>
        </p14:section>
        <p14:section name="Build" id="{27be2892-f102-1685-d88a-23dc7bc88e9f}">
          <p14:sldIdLst>
            <p14:sldId id="269"/>
            <p14:sldId id="270"/>
            <p14:sldId id="271"/>
            <p14:sldId id="272"/>
            <p14:sldId id="273"/>
            <p14:sldId id="274"/>
          </p14:sldIdLst>
        </p14:section>
        <p14:section name="Honest" id="{f23ec32d-78d9-a98c-0a92-3102647199c7}">
          <p14:sldIdLst>
            <p14:sldId id="275"/>
            <p14:sldId id="276"/>
            <p14:sldId id="277"/>
            <p14:sldId id="278"/>
            <p14:sldId id="279"/>
            <p14:sldId id="280"/>
          </p14:sldIdLst>
        </p14:section>
        <p14:section name="Next" id="{6b435c99-1743-1608-a7f3-244b0d5c33e7}">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a judge will ask: what is wrong with the transformer and the GPU? Nothing, for what they were built for. They are excellent at training and at big batches in a data centre. But three things hurt on a device. First, the model is frozen after training; teaching it something new means retraining in a data centre, and a network trained on new things forgets old ones. Second, generating each word reads every weight and keeps a memory that grows with the text, so at one input at a time the chip waits for memory. Third, I measured it: on my laptop GPU one decision costs 69 millijoules when it is alone and 1.95 when batched with a thousand others, 35 times worse. A phone or a sensor decides one at a time. Heat, cooling water and electronic waste follow from the power; they are our motivation, and we have not measured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did we test it? Three ways. One: we ran standard tasks on an integer model of the chip, which is exactly the arithmetic the chip does: handwritten digits, clothing images, spoken digits and words. We tried all at once, in stages with two classes at a time, with noise, with two senses, a new class from one example, and merging two chips, with three to five random seeds and a held-out speaker. Two: we compared against a CNN and a small network trained on the same data, and the CNN ran on my own RTX 3050 laptop GPU so the accuracy, time and energy are real measurements. Three: we checked the design. The Verilog matches the Python model bit for bit in 41 of 41 checks; the real-cell netlist matches; a formal equivalence check passed; and the cycles per decision come from the RTL simulation. What we did not test: a language model or any large model on the chip, a board run, real-world noise or large vocabularies. The models we ran are classifiers; the CNN is only the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about 1,500 clock cycles per decision in the FPGA build, which is about 56 microseconds at 27 megahertz, and about 320 cycles,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you agree with us? Because for one specific job we are better, and I can show it. The job is learning on the device, with a small memory, one input at a time. For that job: in staged learning on 59 thousand images the chip ends at 95.5 percent and a real CNN, which I ran on my own GPU, ends at 19.6. The chip needs 84 kilobytes and no multiplier, and by operation count uses about 74 times less energy per decision, which is an estimate I will measure on the board. The design is checked bit for bit. And when everything is learned at once the CNN is still ahead, 99.1 to 97.9, and I say that. We do not replace the GPU: keep it for training and for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ends at zero violations by the router's own count.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must we alter the model or make our own, and what is wrong with the current architecture? A transformer is not wrong; it is built for a data centre. The trouble for a device is its structure: every word does dense maths on every weight, attention keeps a memory that grows with the text, the weights are frozen, and learning needs backpropagation, which needs gradients and a lot of memory. If we only built a faster chip for that same model, we would have a GPU or a TPU, and those already exist with far more money behind them. So the model has to change too: a constant-size state, sparse activity so only a few rows are touched, low-bit or counting weights, and local learning by counting. We either alter an existing model to those rules or design a new one, and build the chip for exactly that. Model and chip designed together is the L bet. The small version works, as classifiers. The language-model version is untested, and it comes with tests that can prove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real AI models run on L? Three routes, and I want to be exact about the status. One: alter an existing model. Ternary models, with weights of minus one, zero and plus one, replace multiplications with additions; published work runs language models of billions of parameters this way. That still has a matrix of additions, so it breaks our no-matrix rule, but it shows the multiplier is not needed. Two: design our own model. A counting language model hashes the recent words into a sparse code and a table of counters predicts the next word one bit at a time. The counting classifier works in simulation; the language model is the next experiment. Three: grow the memory. Big tables go in outside DRAM, and because only a few rows are touched per word the bandwidth stays small. First we test, in simulation, whether quality grows with table size. So we claim the route and the tests that can prove it wrong, not a billion-parameter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we tested it</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we ran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Standard tasks: handwritten digits, clothing images, spoken digits and words. Protocols: all at once, in stages (two classes at a time), with noise, with two senses, a new class from one example, two chips merged. 3 to 5 seeds, a held-out speaker.</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(integer model of the chip)</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What we compared with</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CNN and a small network trained on the same data. The CNN was run on my RTX 3050 laptop GPU, with energy read from the GPU: that is the ruler for accuracy, time and energy.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CNN MEASURED; chip SIMULATED</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How we checked the design</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Verilog design matches the Python model bit for bit in 41 of 41 checks. The real-cell netlist, a formal equivalence check, and a Tang Nano place and route came next. Cycles per decision come from the RTL simulation.</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no board yet</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Not tested: a language model or any large model on the chip, a real board run, real-world noise, big vocabularies. The models we ran are classifiers; the CNN is only our comparison ruler.</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the model must change, not just the chip</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A chip alone cannot fix it</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faster chip for a standard transformer is a GPU or a TPU, and those already exist, with far more money behind them. The waste is in the model: dense maths on every weight for every word.</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Reasoning from public facts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must change in the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constant-size state instead of an attention memory that grows with the text. Sparse activity, so only a few rows are touched. Low-bit or counting weights. Local learning by counting, because backpropagation needs gradients and a lot of memory.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design rules</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So: design them together</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Alter an existing model to these rules, or design a new one with them, and build the chip for exactly that. Model and chip designed together: that is the L bet. Without the model change we would only be a weaker GPU.</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hypothesis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Honest status: the small version works (L Cortex, classifiers). The language-model version is untested, with tests that can prove it wrong.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words into a sparse code, a table of counters predicts the next word one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Counting classifier SIMULATED; language model is the next test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First test: quality against table size in simulation, then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Status: we claim the route and the tests that can prove it wrong, not a billion-parameter result. The chip today is the small version of this idea.</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2026-10-23T03:46:54Z</dcterms:created>
  <dcterms:modified xsi:type="dcterms:W3CDTF">2026-10-23T03:46:54Z</dcterms:modified>
</cp:coreProperties>
</file>