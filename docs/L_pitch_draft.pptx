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2020365c-0ae3-34aa-913e-74444ef698de}">
          <p14:sldIdLst>
            <p14:sldId id="256"/>
          </p14:sldIdLst>
        </p14:section>
        <p14:section name="Why" id="{1b147422-f91c-b7b5-9436-7df7600e48b5}">
          <p14:sldIdLst>
            <p14:sldId id="257"/>
            <p14:sldId id="258"/>
          </p14:sldIdLst>
        </p14:section>
        <p14:section name="Results" id="{c17449ae-f85a-74d6-d213-de6d5af3f4df}">
          <p14:sldIdLst>
            <p14:sldId id="259"/>
            <p14:sldId id="260"/>
            <p14:sldId id="261"/>
            <p14:sldId id="262"/>
            <p14:sldId id="263"/>
            <p14:sldId id="264"/>
            <p14:sldId id="265"/>
          </p14:sldIdLst>
        </p14:section>
        <p14:section name="Build" id="{9e8fddcb-83ae-7ce0-f4f3-4f594dc4d349}">
          <p14:sldIdLst>
            <p14:sldId id="266"/>
            <p14:sldId id="267"/>
          </p14:sldIdLst>
        </p14:section>
        <p14:section name="Honest" id="{2d829c2f-225d-7168-7808-9b68cd68324e}">
          <p14:sldIdLst>
            <p14:sldId id="268"/>
            <p14:sldId id="269"/>
            <p14:sldId id="270"/>
          </p14:sldIdLst>
        </p14:section>
        <p14:section name="Next" id="{159c12d9-4a4a-71ff-917d-ccf5c56edc7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38 / 38</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0 mismatches against the integer model: core, tail memory, IMPRINT, slow table, encoders, cochlea, sound chain, two-sense chip, cue weighting, second look, threshold and novelty units, clustering,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2026-10-22T10:36:46Z</dcterms:created>
  <dcterms:modified xsi:type="dcterms:W3CDTF">2026-10-22T10:36:46Z</dcterms:modified>
</cp:coreProperties>
</file>