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b86e3fa6-8476-882f-7fe1-7e9129cd6a2b}">
          <p14:sldIdLst>
            <p14:sldId id="256"/>
          </p14:sldIdLst>
        </p14:section>
        <p14:section name="Why" id="{f508ba63-2bd6-a42c-9f0d-72dff9b144e1}">
          <p14:sldIdLst>
            <p14:sldId id="257"/>
            <p14:sldId id="258"/>
          </p14:sldIdLst>
        </p14:section>
        <p14:section name="Results" id="{e339328a-6cee-ac86-71e1-6322e6a7d869}">
          <p14:sldIdLst>
            <p14:sldId id="259"/>
            <p14:sldId id="260"/>
            <p14:sldId id="261"/>
            <p14:sldId id="262"/>
            <p14:sldId id="263"/>
            <p14:sldId id="264"/>
            <p14:sldId id="265"/>
          </p14:sldIdLst>
        </p14:section>
        <p14:section name="Build" id="{1f1ee5e8-4572-5c7d-fa79-70c6d30668c8}">
          <p14:sldIdLst>
            <p14:sldId id="266"/>
            <p14:sldId id="267"/>
            <p14:sldId id="268"/>
          </p14:sldIdLst>
        </p14:section>
        <p14:section name="Honest" id="{30820016-9b60-3b0e-9227-b358125e424f}">
          <p14:sldIdLst>
            <p14:sldId id="269"/>
            <p14:sldId id="270"/>
            <p14:sldId id="271"/>
            <p14:sldId id="272"/>
          </p14:sldIdLst>
        </p14:section>
        <p14:section name="Next" id="{237d78e7-d7ba-0f22-1160-7237d3e7813a}">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ended at one remaining violation.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38 / 38</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0 mismatches against the integer model: core, tail memory, IMPRINT, slow table, encoders, cochlea, sound chain, two-sense chip, cue weighting, second look, threshold and novelty units, clustering,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 left in detailed routing of the SKY130 layout (from 174,309 on the first pass), a power-versus-signal short at a memory macro edge.</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2026-10-22T10:56:08Z</dcterms:created>
  <dcterms:modified xsi:type="dcterms:W3CDTF">2026-10-22T10:56:08Z</dcterms:modified>
</cp:coreProperties>
</file>