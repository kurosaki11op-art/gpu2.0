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env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wa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gpulim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rootca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ins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gpu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neu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_token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_dec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_lea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_conf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_integ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_sol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_brain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_c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_chip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_compet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_goo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_googlev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_bui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_chipval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_asic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_chip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_pcb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_eff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_ener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_gpu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_v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_lim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_floor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_p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