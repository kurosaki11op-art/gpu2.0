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h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env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was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gpulim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rootca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ins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id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neur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token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dec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lea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conf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_integ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_sol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_brain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_c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_chip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_compet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_goo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_googlev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_bui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_chipval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_asic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_chip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_pcb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8_eff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_ener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_gpube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1_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2_vi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3_lim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4_cl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5_floor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6_p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7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8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9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